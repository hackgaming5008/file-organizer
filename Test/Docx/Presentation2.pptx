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5E29-3F07-6DF1-98E3-67716163F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6F97-D60C-478B-FBE3-FEF06A2CB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17538-2D2D-8A58-51E1-2D31C63F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B2CFF-1D74-3692-FCAB-D8E91754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09385-31EC-6543-E138-8BD8D943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27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844C-4B59-298F-C830-591ADAAC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AC476-A10A-F193-2217-5FB9D277F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D1487-237C-0A6D-7202-9E09AF72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A67B-AD14-D12C-B112-D03053E8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68A71-BEEA-C773-726A-C7CC9BFE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4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DF42-F6AB-A61A-E751-72371F28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5C060-EF93-B76F-7008-ED90D1F80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F4A3-F1F7-C7E0-C229-91338312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CBC55-6916-832B-64B7-59F3B6B5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35EB6-346C-A948-D8A7-F1F4C42A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3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6A24E-A0FD-7DFB-7E01-E3C72E50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F130C-32C1-7B76-2CB5-C933F1C0A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5B602-9EC9-5C6F-32A2-D34D2D9F7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056ED-563D-B669-75C3-85516CBB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FB78E-62D9-762D-B9DB-6435BF14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1EE19-D859-694B-1F9D-0F3C3FEC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4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8B70-F8D1-52BA-6844-4A791DF1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1BA12-B120-AE2E-B17F-5AB57ADB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709ED-579C-212C-99D0-C495591B0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E25C3-EF7D-A1AC-5403-E4C1B2A1D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0510F-B605-82FF-1840-B04FF50E4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B484B-6C9B-71F2-B697-964D1E42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4F8A0-6A38-EFD4-0D6B-9BCE96FF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C1551-00BA-9435-1488-E2E7DBCD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7475-2B3D-C609-EF5D-CB9BAA6C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FABDD-AF39-B101-80C1-FC465C0E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141D6-6F9D-5198-A654-B862BF20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84A78-B5B0-2FFE-5128-9C28E482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7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55525-43B4-7688-1637-AE6BD957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D38CA-0E40-2124-B6D8-649E126A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30931-86F3-E591-0619-88D59083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6E3D-13FD-F4B1-EEE1-751951E4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3AB5-C805-106C-2C0B-A32D83E9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200CD-0E3E-21FA-8697-3B7D17F18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30E6B-AEF9-4363-FC65-26BF3A51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89A0D-327F-104C-DD6E-7599ED4E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5D42D-F0F2-B11C-FE15-C7CA0C50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6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F345-BA2B-544F-0CCA-EAE96034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7499A5-A6D8-6542-6637-DC20B8420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5068E-FF9B-4E60-1617-FA76DE86F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0F616-1D0A-1004-D82E-FC633BC7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245D5-404E-E440-A482-DB1F9C16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793C-D646-9A07-4C38-52699400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0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3FCC-2BC2-0820-525E-99ABC7BA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570A7-6747-60A4-E051-5D2B424BE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28842-0F54-CA06-6A09-892489DD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22263-6FC5-056B-144B-8C0DCD03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8A0C0-3960-8717-2960-B675338F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0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E81A04-837B-D3A7-CA77-1BF955624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B8023-813C-6863-C62F-B8419803A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1B460-BDBA-C2D2-1B87-835FE923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5E167-7220-5F5E-FE4A-75B6BA36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CE6C1-A21E-4CB0-24BD-E1627526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3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BD42C-D8C3-3B57-CEB4-18F68F4C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5FDE-5FE5-624C-414D-23EC031FB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61348-C154-A776-7AEA-4BB592038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9B8CE-8860-4365-8EE8-340C8D90CDF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0537C-F4E1-266B-A186-3DF0A3AF9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FC1B3-D099-BDD7-BC67-2A9E566E4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6095E-5DFC-428D-9F13-262135E46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1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10BD-0416-5ADE-DC45-C4B79809F3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860F8-CA80-7F2D-A1F7-5B1FFA55C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84;p13" descr="image.png">
            <a:extLst>
              <a:ext uri="{FF2B5EF4-FFF2-40B4-BE49-F238E27FC236}">
                <a16:creationId xmlns:a16="http://schemas.microsoft.com/office/drawing/2014/main" id="{A62AEA56-B5DD-3919-56D0-EE8694AB23C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297781-EF8A-4665-1131-ECF381F58B04}"/>
              </a:ext>
            </a:extLst>
          </p:cNvPr>
          <p:cNvSpPr txBox="1"/>
          <p:nvPr/>
        </p:nvSpPr>
        <p:spPr>
          <a:xfrm>
            <a:off x="2738717" y="1169313"/>
            <a:ext cx="6714565" cy="21852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Playfair Display" panose="00000500000000000000" pitchFamily="2" charset="0"/>
              </a:rPr>
              <a:t>We’re Not Afraid to Die… </a:t>
            </a:r>
          </a:p>
          <a:p>
            <a:pPr algn="ctr"/>
            <a:r>
              <a:rPr lang="en-US" sz="4000" b="1" i="1" dirty="0">
                <a:solidFill>
                  <a:schemeClr val="bg1"/>
                </a:solidFill>
                <a:latin typeface="Playfair Display" panose="00000500000000000000" pitchFamily="2" charset="0"/>
              </a:rPr>
              <a:t>if We Can All Be Together</a:t>
            </a:r>
          </a:p>
        </p:txBody>
      </p:sp>
    </p:spTree>
    <p:extLst>
      <p:ext uri="{BB962C8B-B14F-4D97-AF65-F5344CB8AC3E}">
        <p14:creationId xmlns:p14="http://schemas.microsoft.com/office/powerpoint/2010/main" val="1626262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Playfair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intel</dc:creator>
  <cp:lastModifiedBy>intel</cp:lastModifiedBy>
  <cp:revision>1</cp:revision>
  <dcterms:created xsi:type="dcterms:W3CDTF">2026-06-26T10:58:33Z</dcterms:created>
  <dcterms:modified xsi:type="dcterms:W3CDTF">2026-06-26T10:58:38Z</dcterms:modified>
</cp:coreProperties>
</file>